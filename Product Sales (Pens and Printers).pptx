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92" r:id="rId6"/>
    <p:sldId id="282" r:id="rId7"/>
    <p:sldId id="286" r:id="rId8"/>
    <p:sldId id="285" r:id="rId9"/>
    <p:sldId id="287" r:id="rId10"/>
    <p:sldId id="290" r:id="rId11"/>
    <p:sldId id="288" r:id="rId12"/>
    <p:sldId id="291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4456B1-F291-4D51-BD77-36B4B11C9B3B}" v="9" dt="2026-01-19T17:05:37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66" autoAdjust="0"/>
    <p:restoredTop sz="90655" autoAdjust="0"/>
  </p:normalViewPr>
  <p:slideViewPr>
    <p:cSldViewPr snapToGrid="0">
      <p:cViewPr varScale="1">
        <p:scale>
          <a:sx n="100" d="100"/>
          <a:sy n="100" d="100"/>
        </p:scale>
        <p:origin x="1296" y="90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ee Smithers" userId="708c6844fc91935c" providerId="LiveId" clId="{A686CF30-4EA7-4159-A13D-B8B6403F3ACC}"/>
    <pc:docChg chg="undo custSel addSld delSld modSld sldOrd">
      <pc:chgData name="Cree Smithers" userId="708c6844fc91935c" providerId="LiveId" clId="{A686CF30-4EA7-4159-A13D-B8B6403F3ACC}" dt="2026-01-19T21:07:20.008" v="723" actId="1036"/>
      <pc:docMkLst>
        <pc:docMk/>
      </pc:docMkLst>
      <pc:sldChg chg="modSp mod">
        <pc:chgData name="Cree Smithers" userId="708c6844fc91935c" providerId="LiveId" clId="{A686CF30-4EA7-4159-A13D-B8B6403F3ACC}" dt="2026-01-03T22:14:06.597" v="592" actId="20577"/>
        <pc:sldMkLst>
          <pc:docMk/>
          <pc:sldMk cId="2586058810" sldId="256"/>
        </pc:sldMkLst>
        <pc:spChg chg="mod">
          <ac:chgData name="Cree Smithers" userId="708c6844fc91935c" providerId="LiveId" clId="{A686CF30-4EA7-4159-A13D-B8B6403F3ACC}" dt="2026-01-03T22:14:06.597" v="592" actId="20577"/>
          <ac:spMkLst>
            <pc:docMk/>
            <pc:sldMk cId="2586058810" sldId="256"/>
            <ac:spMk id="2" creationId="{CFE75451-6A4B-484B-9ED1-353CCE25B0F4}"/>
          </ac:spMkLst>
        </pc:spChg>
      </pc:sldChg>
      <pc:sldChg chg="delSp mod">
        <pc:chgData name="Cree Smithers" userId="708c6844fc91935c" providerId="LiveId" clId="{A686CF30-4EA7-4159-A13D-B8B6403F3ACC}" dt="2026-01-19T20:55:05.912" v="715" actId="478"/>
        <pc:sldMkLst>
          <pc:docMk/>
          <pc:sldMk cId="1969787568" sldId="271"/>
        </pc:sldMkLst>
        <pc:spChg chg="del">
          <ac:chgData name="Cree Smithers" userId="708c6844fc91935c" providerId="LiveId" clId="{A686CF30-4EA7-4159-A13D-B8B6403F3ACC}" dt="2026-01-19T20:55:05.912" v="715" actId="478"/>
          <ac:spMkLst>
            <pc:docMk/>
            <pc:sldMk cId="1969787568" sldId="271"/>
            <ac:spMk id="3" creationId="{AF64C29E-DF30-4DC6-AB95-2016F9A703B6}"/>
          </ac:spMkLst>
        </pc:spChg>
      </pc:sldChg>
      <pc:sldChg chg="addSp delSp modSp mod">
        <pc:chgData name="Cree Smithers" userId="708c6844fc91935c" providerId="LiveId" clId="{A686CF30-4EA7-4159-A13D-B8B6403F3ACC}" dt="2026-01-19T17:02:51.139" v="610" actId="20577"/>
        <pc:sldMkLst>
          <pc:docMk/>
          <pc:sldMk cId="636929804" sldId="282"/>
        </pc:sldMkLst>
        <pc:spChg chg="del">
          <ac:chgData name="Cree Smithers" userId="708c6844fc91935c" providerId="LiveId" clId="{A686CF30-4EA7-4159-A13D-B8B6403F3ACC}" dt="2026-01-19T17:02:45.492" v="600" actId="478"/>
          <ac:spMkLst>
            <pc:docMk/>
            <pc:sldMk cId="636929804" sldId="282"/>
            <ac:spMk id="6" creationId="{E51E3BFE-1A55-EBE9-754C-AB02DFF590EB}"/>
          </ac:spMkLst>
        </pc:spChg>
        <pc:spChg chg="del">
          <ac:chgData name="Cree Smithers" userId="708c6844fc91935c" providerId="LiveId" clId="{A686CF30-4EA7-4159-A13D-B8B6403F3ACC}" dt="2026-01-19T17:02:44.484" v="599" actId="478"/>
          <ac:spMkLst>
            <pc:docMk/>
            <pc:sldMk cId="636929804" sldId="282"/>
            <ac:spMk id="8" creationId="{40543D0D-1428-90BF-1623-E607D35352F5}"/>
          </ac:spMkLst>
        </pc:spChg>
        <pc:spChg chg="add del mod">
          <ac:chgData name="Cree Smithers" userId="708c6844fc91935c" providerId="LiveId" clId="{A686CF30-4EA7-4159-A13D-B8B6403F3ACC}" dt="2026-01-19T17:02:47.169" v="601" actId="478"/>
          <ac:spMkLst>
            <pc:docMk/>
            <pc:sldMk cId="636929804" sldId="282"/>
            <ac:spMk id="10" creationId="{C266A72D-0D67-C7F0-E536-00A96C894A76}"/>
          </ac:spMkLst>
        </pc:spChg>
        <pc:spChg chg="mod">
          <ac:chgData name="Cree Smithers" userId="708c6844fc91935c" providerId="LiveId" clId="{A686CF30-4EA7-4159-A13D-B8B6403F3ACC}" dt="2026-01-19T17:02:51.139" v="610" actId="20577"/>
          <ac:spMkLst>
            <pc:docMk/>
            <pc:sldMk cId="636929804" sldId="282"/>
            <ac:spMk id="36" creationId="{E71298F0-74F1-FECA-0F02-495F9A2EBA7B}"/>
          </ac:spMkLst>
        </pc:spChg>
      </pc:sldChg>
      <pc:sldChg chg="modSp mod">
        <pc:chgData name="Cree Smithers" userId="708c6844fc91935c" providerId="LiveId" clId="{A686CF30-4EA7-4159-A13D-B8B6403F3ACC}" dt="2026-01-19T17:04:42.469" v="651" actId="20577"/>
        <pc:sldMkLst>
          <pc:docMk/>
          <pc:sldMk cId="2791821786" sldId="285"/>
        </pc:sldMkLst>
        <pc:graphicFrameChg chg="modGraphic">
          <ac:chgData name="Cree Smithers" userId="708c6844fc91935c" providerId="LiveId" clId="{A686CF30-4EA7-4159-A13D-B8B6403F3ACC}" dt="2026-01-19T17:04:42.469" v="651" actId="20577"/>
          <ac:graphicFrameMkLst>
            <pc:docMk/>
            <pc:sldMk cId="2791821786" sldId="285"/>
            <ac:graphicFrameMk id="13" creationId="{4A94C7BE-6E60-66F0-EFD4-2F452B0D743A}"/>
          </ac:graphicFrameMkLst>
        </pc:graphicFrameChg>
      </pc:sldChg>
      <pc:sldChg chg="addSp delSp modSp mod">
        <pc:chgData name="Cree Smithers" userId="708c6844fc91935c" providerId="LiveId" clId="{A686CF30-4EA7-4159-A13D-B8B6403F3ACC}" dt="2026-01-19T17:03:55.825" v="640" actId="1036"/>
        <pc:sldMkLst>
          <pc:docMk/>
          <pc:sldMk cId="4238058827" sldId="286"/>
        </pc:sldMkLst>
        <pc:spChg chg="mod">
          <ac:chgData name="Cree Smithers" userId="708c6844fc91935c" providerId="LiveId" clId="{A686CF30-4EA7-4159-A13D-B8B6403F3ACC}" dt="2026-01-03T21:43:01.969" v="475" actId="20577"/>
          <ac:spMkLst>
            <pc:docMk/>
            <pc:sldMk cId="4238058827" sldId="286"/>
            <ac:spMk id="2" creationId="{3492EDFF-19A9-F054-14B8-F54EA753CFB5}"/>
          </ac:spMkLst>
        </pc:spChg>
        <pc:spChg chg="add del mod">
          <ac:chgData name="Cree Smithers" userId="708c6844fc91935c" providerId="LiveId" clId="{A686CF30-4EA7-4159-A13D-B8B6403F3ACC}" dt="2026-01-19T17:03:14.645" v="613" actId="478"/>
          <ac:spMkLst>
            <pc:docMk/>
            <pc:sldMk cId="4238058827" sldId="286"/>
            <ac:spMk id="4" creationId="{0100399C-BDFB-B0BB-1C4A-62BF6B69D164}"/>
          </ac:spMkLst>
        </pc:spChg>
        <pc:spChg chg="del">
          <ac:chgData name="Cree Smithers" userId="708c6844fc91935c" providerId="LiveId" clId="{A686CF30-4EA7-4159-A13D-B8B6403F3ACC}" dt="2026-01-19T17:03:16.130" v="614"/>
          <ac:spMkLst>
            <pc:docMk/>
            <pc:sldMk cId="4238058827" sldId="286"/>
            <ac:spMk id="5" creationId="{4D2CF7BB-A8EC-A50C-499C-D405EDB22C7F}"/>
          </ac:spMkLst>
        </pc:spChg>
        <pc:spChg chg="del">
          <ac:chgData name="Cree Smithers" userId="708c6844fc91935c" providerId="LiveId" clId="{A686CF30-4EA7-4159-A13D-B8B6403F3ACC}" dt="2026-01-19T17:02:58.732" v="611" actId="478"/>
          <ac:spMkLst>
            <pc:docMk/>
            <pc:sldMk cId="4238058827" sldId="286"/>
            <ac:spMk id="6" creationId="{631BA4BF-B048-E1C9-5E96-06AD035523C7}"/>
          </ac:spMkLst>
        </pc:spChg>
        <pc:spChg chg="del">
          <ac:chgData name="Cree Smithers" userId="708c6844fc91935c" providerId="LiveId" clId="{A686CF30-4EA7-4159-A13D-B8B6403F3ACC}" dt="2026-01-19T17:03:19.435" v="616" actId="478"/>
          <ac:spMkLst>
            <pc:docMk/>
            <pc:sldMk cId="4238058827" sldId="286"/>
            <ac:spMk id="8" creationId="{EE45AE9E-443A-6BBB-7A96-C77C541A6602}"/>
          </ac:spMkLst>
        </pc:spChg>
        <pc:picChg chg="add mod">
          <ac:chgData name="Cree Smithers" userId="708c6844fc91935c" providerId="LiveId" clId="{A686CF30-4EA7-4159-A13D-B8B6403F3ACC}" dt="2026-01-19T17:03:52.745" v="630" actId="1037"/>
          <ac:picMkLst>
            <pc:docMk/>
            <pc:sldMk cId="4238058827" sldId="286"/>
            <ac:picMk id="9" creationId="{1BB81E7D-32BA-A1DD-ED2E-46D36C338679}"/>
          </ac:picMkLst>
        </pc:picChg>
        <pc:picChg chg="del mod">
          <ac:chgData name="Cree Smithers" userId="708c6844fc91935c" providerId="LiveId" clId="{A686CF30-4EA7-4159-A13D-B8B6403F3ACC}" dt="2026-01-19T17:03:12.030" v="612" actId="478"/>
          <ac:picMkLst>
            <pc:docMk/>
            <pc:sldMk cId="4238058827" sldId="286"/>
            <ac:picMk id="11" creationId="{90941B1D-71BF-0116-6068-B1B72A9758A9}"/>
          </ac:picMkLst>
        </pc:picChg>
        <pc:picChg chg="del mod">
          <ac:chgData name="Cree Smithers" userId="708c6844fc91935c" providerId="LiveId" clId="{A686CF30-4EA7-4159-A13D-B8B6403F3ACC}" dt="2026-01-19T17:03:29.206" v="621" actId="478"/>
          <ac:picMkLst>
            <pc:docMk/>
            <pc:sldMk cId="4238058827" sldId="286"/>
            <ac:picMk id="12" creationId="{8423B4AB-B829-906F-D87D-B7052E360AB3}"/>
          </ac:picMkLst>
        </pc:picChg>
        <pc:picChg chg="add mod">
          <ac:chgData name="Cree Smithers" userId="708c6844fc91935c" providerId="LiveId" clId="{A686CF30-4EA7-4159-A13D-B8B6403F3ACC}" dt="2026-01-19T17:03:55.825" v="640" actId="1036"/>
          <ac:picMkLst>
            <pc:docMk/>
            <pc:sldMk cId="4238058827" sldId="286"/>
            <ac:picMk id="13" creationId="{E126AC74-ED02-827A-60D3-787727ECB93E}"/>
          </ac:picMkLst>
        </pc:picChg>
      </pc:sldChg>
      <pc:sldChg chg="addSp delSp modSp mod">
        <pc:chgData name="Cree Smithers" userId="708c6844fc91935c" providerId="LiveId" clId="{A686CF30-4EA7-4159-A13D-B8B6403F3ACC}" dt="2026-01-19T17:05:11.294" v="661" actId="1076"/>
        <pc:sldMkLst>
          <pc:docMk/>
          <pc:sldMk cId="4006404812" sldId="287"/>
        </pc:sldMkLst>
        <pc:spChg chg="add del mod">
          <ac:chgData name="Cree Smithers" userId="708c6844fc91935c" providerId="LiveId" clId="{A686CF30-4EA7-4159-A13D-B8B6403F3ACC}" dt="2026-01-19T17:04:58.230" v="656"/>
          <ac:spMkLst>
            <pc:docMk/>
            <pc:sldMk cId="4006404812" sldId="287"/>
            <ac:spMk id="4" creationId="{D53C6269-EF44-6438-3917-8E5AEE30DCF5}"/>
          </ac:spMkLst>
        </pc:spChg>
        <pc:spChg chg="del">
          <ac:chgData name="Cree Smithers" userId="708c6844fc91935c" providerId="LiveId" clId="{A686CF30-4EA7-4159-A13D-B8B6403F3ACC}" dt="2026-01-19T17:04:49.627" v="653" actId="478"/>
          <ac:spMkLst>
            <pc:docMk/>
            <pc:sldMk cId="4006404812" sldId="287"/>
            <ac:spMk id="5" creationId="{63011BCA-EDE5-F2A3-B27E-A8939077DBBC}"/>
          </ac:spMkLst>
        </pc:spChg>
        <pc:spChg chg="del">
          <ac:chgData name="Cree Smithers" userId="708c6844fc91935c" providerId="LiveId" clId="{A686CF30-4EA7-4159-A13D-B8B6403F3ACC}" dt="2026-01-19T17:04:50.716" v="654" actId="478"/>
          <ac:spMkLst>
            <pc:docMk/>
            <pc:sldMk cId="4006404812" sldId="287"/>
            <ac:spMk id="6" creationId="{9EEA8636-6479-3CE2-BFFB-4DF7A59BB1A9}"/>
          </ac:spMkLst>
        </pc:spChg>
        <pc:spChg chg="del">
          <ac:chgData name="Cree Smithers" userId="708c6844fc91935c" providerId="LiveId" clId="{A686CF30-4EA7-4159-A13D-B8B6403F3ACC}" dt="2026-01-19T17:04:48.592" v="652" actId="478"/>
          <ac:spMkLst>
            <pc:docMk/>
            <pc:sldMk cId="4006404812" sldId="287"/>
            <ac:spMk id="8" creationId="{5D9DF001-0774-B0A3-444B-17F6132822D1}"/>
          </ac:spMkLst>
        </pc:spChg>
        <pc:picChg chg="del">
          <ac:chgData name="Cree Smithers" userId="708c6844fc91935c" providerId="LiveId" clId="{A686CF30-4EA7-4159-A13D-B8B6403F3ACC}" dt="2026-01-19T17:04:56.135" v="655" actId="478"/>
          <ac:picMkLst>
            <pc:docMk/>
            <pc:sldMk cId="4006404812" sldId="287"/>
            <ac:picMk id="9" creationId="{8AD4610F-97B7-018D-4357-52AC0B12573F}"/>
          </ac:picMkLst>
        </pc:picChg>
        <pc:picChg chg="add mod">
          <ac:chgData name="Cree Smithers" userId="708c6844fc91935c" providerId="LiveId" clId="{A686CF30-4EA7-4159-A13D-B8B6403F3ACC}" dt="2026-01-19T17:05:11.294" v="661" actId="1076"/>
          <ac:picMkLst>
            <pc:docMk/>
            <pc:sldMk cId="4006404812" sldId="287"/>
            <ac:picMk id="10" creationId="{F924E71A-41A9-A4D7-ADB8-C33B3FD7D292}"/>
          </ac:picMkLst>
        </pc:picChg>
      </pc:sldChg>
      <pc:sldChg chg="modSp mod">
        <pc:chgData name="Cree Smithers" userId="708c6844fc91935c" providerId="LiveId" clId="{A686CF30-4EA7-4159-A13D-B8B6403F3ACC}" dt="2026-01-19T17:07:14.149" v="713" actId="20577"/>
        <pc:sldMkLst>
          <pc:docMk/>
          <pc:sldMk cId="218677465" sldId="288"/>
        </pc:sldMkLst>
        <pc:graphicFrameChg chg="modGraphic">
          <ac:chgData name="Cree Smithers" userId="708c6844fc91935c" providerId="LiveId" clId="{A686CF30-4EA7-4159-A13D-B8B6403F3ACC}" dt="2026-01-19T17:07:14.149" v="713" actId="20577"/>
          <ac:graphicFrameMkLst>
            <pc:docMk/>
            <pc:sldMk cId="218677465" sldId="288"/>
            <ac:graphicFrameMk id="13" creationId="{C8D28F47-2A23-BBB2-9F15-74FCAAAA6309}"/>
          </ac:graphicFrameMkLst>
        </pc:graphicFrameChg>
      </pc:sldChg>
      <pc:sldChg chg="addSp delSp modSp mod">
        <pc:chgData name="Cree Smithers" userId="708c6844fc91935c" providerId="LiveId" clId="{A686CF30-4EA7-4159-A13D-B8B6403F3ACC}" dt="2026-01-19T21:07:20.008" v="723" actId="1036"/>
        <pc:sldMkLst>
          <pc:docMk/>
          <pc:sldMk cId="3262264288" sldId="290"/>
        </pc:sldMkLst>
        <pc:spChg chg="del">
          <ac:chgData name="Cree Smithers" userId="708c6844fc91935c" providerId="LiveId" clId="{A686CF30-4EA7-4159-A13D-B8B6403F3ACC}" dt="2026-01-19T17:05:35.268" v="666" actId="478"/>
          <ac:spMkLst>
            <pc:docMk/>
            <pc:sldMk cId="3262264288" sldId="290"/>
            <ac:spMk id="2" creationId="{71BDE93D-9A66-859B-DEA7-41DBB0ADC2B2}"/>
          </ac:spMkLst>
        </pc:spChg>
        <pc:spChg chg="del">
          <ac:chgData name="Cree Smithers" userId="708c6844fc91935c" providerId="LiveId" clId="{A686CF30-4EA7-4159-A13D-B8B6403F3ACC}" dt="2026-01-19T17:05:31.310" v="665" actId="478"/>
          <ac:spMkLst>
            <pc:docMk/>
            <pc:sldMk cId="3262264288" sldId="290"/>
            <ac:spMk id="4" creationId="{78117C51-4892-550B-25CA-08487068D92A}"/>
          </ac:spMkLst>
        </pc:spChg>
        <pc:spChg chg="del">
          <ac:chgData name="Cree Smithers" userId="708c6844fc91935c" providerId="LiveId" clId="{A686CF30-4EA7-4159-A13D-B8B6403F3ACC}" dt="2026-01-19T17:05:28.947" v="663" actId="478"/>
          <ac:spMkLst>
            <pc:docMk/>
            <pc:sldMk cId="3262264288" sldId="290"/>
            <ac:spMk id="5" creationId="{F8F6348A-ACAC-D0A6-AE57-7ED6138DE474}"/>
          </ac:spMkLst>
        </pc:spChg>
        <pc:spChg chg="del">
          <ac:chgData name="Cree Smithers" userId="708c6844fc91935c" providerId="LiveId" clId="{A686CF30-4EA7-4159-A13D-B8B6403F3ACC}" dt="2026-01-19T17:05:26.495" v="662" actId="478"/>
          <ac:spMkLst>
            <pc:docMk/>
            <pc:sldMk cId="3262264288" sldId="290"/>
            <ac:spMk id="6" creationId="{C4EFD5CF-24FB-D472-5E29-FE8F9038743A}"/>
          </ac:spMkLst>
        </pc:spChg>
        <pc:spChg chg="del">
          <ac:chgData name="Cree Smithers" userId="708c6844fc91935c" providerId="LiveId" clId="{A686CF30-4EA7-4159-A13D-B8B6403F3ACC}" dt="2026-01-19T17:05:29.553" v="664" actId="478"/>
          <ac:spMkLst>
            <pc:docMk/>
            <pc:sldMk cId="3262264288" sldId="290"/>
            <ac:spMk id="8" creationId="{E73F5D43-8FC1-71C0-9E06-32563A87DFC9}"/>
          </ac:spMkLst>
        </pc:spChg>
        <pc:picChg chg="del mod">
          <ac:chgData name="Cree Smithers" userId="708c6844fc91935c" providerId="LiveId" clId="{A686CF30-4EA7-4159-A13D-B8B6403F3ACC}" dt="2026-01-19T17:05:36.987" v="667" actId="478"/>
          <ac:picMkLst>
            <pc:docMk/>
            <pc:sldMk cId="3262264288" sldId="290"/>
            <ac:picMk id="7" creationId="{28E4254D-6CD3-2D41-6A5C-D2E81B682121}"/>
          </ac:picMkLst>
        </pc:picChg>
        <pc:picChg chg="add mod">
          <ac:chgData name="Cree Smithers" userId="708c6844fc91935c" providerId="LiveId" clId="{A686CF30-4EA7-4159-A13D-B8B6403F3ACC}" dt="2026-01-19T21:07:20.008" v="723" actId="1036"/>
          <ac:picMkLst>
            <pc:docMk/>
            <pc:sldMk cId="3262264288" sldId="290"/>
            <ac:picMk id="9" creationId="{8862E4CA-ED5C-EBDD-9B07-0D2B384D65B0}"/>
          </ac:picMkLst>
        </pc:picChg>
      </pc:sldChg>
      <pc:sldChg chg="delSp modSp mod">
        <pc:chgData name="Cree Smithers" userId="708c6844fc91935c" providerId="LiveId" clId="{A686CF30-4EA7-4159-A13D-B8B6403F3ACC}" dt="2026-01-19T17:10:30.043" v="714" actId="478"/>
        <pc:sldMkLst>
          <pc:docMk/>
          <pc:sldMk cId="3674187395" sldId="291"/>
        </pc:sldMkLst>
        <pc:spChg chg="del">
          <ac:chgData name="Cree Smithers" userId="708c6844fc91935c" providerId="LiveId" clId="{A686CF30-4EA7-4159-A13D-B8B6403F3ACC}" dt="2026-01-19T17:10:30.043" v="714" actId="478"/>
          <ac:spMkLst>
            <pc:docMk/>
            <pc:sldMk cId="3674187395" sldId="291"/>
            <ac:spMk id="3" creationId="{71385594-978F-2777-6278-7EF51224F48F}"/>
          </ac:spMkLst>
        </pc:spChg>
        <pc:spChg chg="mod">
          <ac:chgData name="Cree Smithers" userId="708c6844fc91935c" providerId="LiveId" clId="{A686CF30-4EA7-4159-A13D-B8B6403F3ACC}" dt="2026-01-03T21:34:47.205" v="367" actId="255"/>
          <ac:spMkLst>
            <pc:docMk/>
            <pc:sldMk cId="3674187395" sldId="291"/>
            <ac:spMk id="5" creationId="{0CE865F2-BD96-F6E5-8477-7B4437AC0AE6}"/>
          </ac:spMkLst>
        </pc:spChg>
      </pc:sldChg>
      <pc:sldChg chg="modSp new mod ord">
        <pc:chgData name="Cree Smithers" userId="708c6844fc91935c" providerId="LiveId" clId="{A686CF30-4EA7-4159-A13D-B8B6403F3ACC}" dt="2026-01-03T22:04:33.376" v="557" actId="20577"/>
        <pc:sldMkLst>
          <pc:docMk/>
          <pc:sldMk cId="3618436620" sldId="292"/>
        </pc:sldMkLst>
        <pc:spChg chg="mod">
          <ac:chgData name="Cree Smithers" userId="708c6844fc91935c" providerId="LiveId" clId="{A686CF30-4EA7-4159-A13D-B8B6403F3ACC}" dt="2026-01-03T21:28:31.804" v="110" actId="20577"/>
          <ac:spMkLst>
            <pc:docMk/>
            <pc:sldMk cId="3618436620" sldId="292"/>
            <ac:spMk id="2" creationId="{C382E7E2-AB39-B348-95CB-5A5D72B99DBE}"/>
          </ac:spMkLst>
        </pc:spChg>
        <pc:spChg chg="mod">
          <ac:chgData name="Cree Smithers" userId="708c6844fc91935c" providerId="LiveId" clId="{A686CF30-4EA7-4159-A13D-B8B6403F3ACC}" dt="2026-01-03T22:04:33.376" v="557" actId="20577"/>
          <ac:spMkLst>
            <pc:docMk/>
            <pc:sldMk cId="3618436620" sldId="292"/>
            <ac:spMk id="3" creationId="{47EAAF23-AD11-D5C9-5272-FA801E1FB33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F310-A446-735B-787F-06C66D94D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D4143-7632-5DD4-CE09-0C1B55E50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838E4-C1E5-D824-6EDD-D422328186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6F076-676B-13A6-8DD7-D7F5C250A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11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B6A70-13F6-98F8-43E8-0DAD346BB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02920-9A52-3DB9-4105-0E0EBB8B0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2F7D46-7DCE-3338-F65F-29A7358B8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95939-6AB6-A94E-9E7D-832F92978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381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7FE5B-C646-F05E-31E3-F34312BDA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63142B-A28B-7AAB-B36F-FD94CB638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4C0593-28E3-083B-D411-8C7013897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B8F15-A490-8337-6AB4-5E17DE0BF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131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1D085-A5F2-09C6-B48A-89A8030E8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4FBD5A-2B80-4645-CED7-D599FC2A6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71007-A7B0-1FD2-4908-33BB51D6F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07C99-A354-25A0-818A-77BCBEE91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01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/>
              <a:t>Sales Strategy</a:t>
            </a:r>
            <a:br>
              <a:rPr lang="en-US" dirty="0"/>
            </a:br>
            <a:r>
              <a:rPr lang="en-US" sz="2400" dirty="0"/>
              <a:t>Pens and printers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2E7E2-AB39-B348-95CB-5A5D72B99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AAF23-AD11-D5C9-5272-FA801E1FB3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Customers per approach – Email, Call, Email + Call</a:t>
            </a:r>
          </a:p>
          <a:p>
            <a:pPr marL="342900" indent="-342900">
              <a:buAutoNum type="arabicPeriod"/>
            </a:pPr>
            <a:r>
              <a:rPr lang="en-US" dirty="0"/>
              <a:t>Spread of revenue</a:t>
            </a:r>
          </a:p>
          <a:p>
            <a:pPr marL="626364" lvl="1" indent="-342900">
              <a:buAutoNum type="arabicPeriod"/>
            </a:pPr>
            <a:r>
              <a:rPr lang="en-US" dirty="0"/>
              <a:t>Spread for each method</a:t>
            </a:r>
          </a:p>
          <a:p>
            <a:pPr marL="342900" indent="-342900">
              <a:buAutoNum type="arabicPeriod"/>
            </a:pPr>
            <a:r>
              <a:rPr lang="en-US" dirty="0"/>
              <a:t>Difference in revenue over time</a:t>
            </a:r>
          </a:p>
          <a:p>
            <a:pPr marL="342900" indent="-342900">
              <a:buAutoNum type="arabicPeriod"/>
            </a:pPr>
            <a:r>
              <a:rPr lang="en-US" dirty="0"/>
              <a:t>Method Recommendation</a:t>
            </a:r>
          </a:p>
          <a:p>
            <a:pPr marL="342900" indent="-342900">
              <a:buAutoNum type="arabicPeriod"/>
            </a:pPr>
            <a:r>
              <a:rPr lang="en-US" dirty="0"/>
              <a:t>Other differences between customers?</a:t>
            </a:r>
          </a:p>
          <a:p>
            <a:pPr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F8F62-A881-91E6-87E6-72C3EE374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436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en-US" dirty="0"/>
              <a:t>Investigating the data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71298F0-74F1-FECA-0F02-495F9A2EBA7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19" y="3392035"/>
            <a:ext cx="8822055" cy="2907164"/>
          </a:xfrm>
        </p:spPr>
        <p:txBody>
          <a:bodyPr>
            <a:normAutofit/>
          </a:bodyPr>
          <a:lstStyle/>
          <a:p>
            <a:r>
              <a:rPr lang="en-US" dirty="0"/>
              <a:t>15,000 unique customers  	15,000 total customers</a:t>
            </a:r>
          </a:p>
          <a:p>
            <a:r>
              <a:rPr lang="en-US" dirty="0"/>
              <a:t>Sales approaches / methods 	Email, Email + Call, Call, </a:t>
            </a:r>
            <a:r>
              <a:rPr lang="en-US" dirty="0" err="1"/>
              <a:t>em</a:t>
            </a:r>
            <a:r>
              <a:rPr lang="en-US" dirty="0"/>
              <a:t> + call, email	</a:t>
            </a:r>
          </a:p>
          <a:p>
            <a:r>
              <a:rPr lang="en-US" dirty="0"/>
              <a:t>Missing data			7.16% of data is missing revenue - impute</a:t>
            </a:r>
          </a:p>
          <a:p>
            <a:r>
              <a:rPr lang="en-US" dirty="0"/>
              <a:t>Customer Spread		Email: 6922 / Call: 4781 / Email + Call: 2223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04BA1-EDBD-99C5-061B-B6723E8AC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2EDFF-19A9-F054-14B8-F54EA753C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858290"/>
            <a:ext cx="9953308" cy="1115545"/>
          </a:xfrm>
        </p:spPr>
        <p:txBody>
          <a:bodyPr/>
          <a:lstStyle/>
          <a:p>
            <a:pPr algn="ctr"/>
            <a:r>
              <a:rPr lang="en-US" dirty="0"/>
              <a:t>Revenue Spread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67195234-22BC-C364-2F53-486F1E5243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BB81E7D-32BA-A1DD-ED2E-46D36C338679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307450" y="2426272"/>
            <a:ext cx="5349240" cy="4016573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26AC74-ED02-827A-60D3-787727ECB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7294" y="2426617"/>
            <a:ext cx="5349240" cy="399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058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E5FEE2D-79E5-4C1D-8BF7-EE619CA7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/>
          <a:lstStyle/>
          <a:p>
            <a:r>
              <a:rPr lang="en-US" dirty="0"/>
              <a:t>Metrics</a:t>
            </a:r>
          </a:p>
        </p:txBody>
      </p:sp>
      <p:graphicFrame>
        <p:nvGraphicFramePr>
          <p:cNvPr id="13" name="Table Placeholder 2">
            <a:extLst>
              <a:ext uri="{FF2B5EF4-FFF2-40B4-BE49-F238E27FC236}">
                <a16:creationId xmlns:a16="http://schemas.microsoft.com/office/drawing/2014/main" id="{4A94C7BE-6E60-66F0-EFD4-2F452B0D743A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998964241"/>
              </p:ext>
            </p:extLst>
          </p:nvPr>
        </p:nvGraphicFramePr>
        <p:xfrm>
          <a:off x="1965584" y="2096627"/>
          <a:ext cx="8260832" cy="357096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4339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450892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375942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</a:tblGrid>
              <a:tr h="733347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Predictor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Correlation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P-value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Sales Method: Email +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.837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 of product sold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.691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.358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1024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Sales Method: 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2.6e-15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832B776-E386-1CF9-CC8F-2D2FF3EA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821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BB132-B5ED-EBAE-438D-31EA17CED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839E5-A1CF-5F4D-6B6C-1E6E41DC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360637"/>
            <a:ext cx="9953308" cy="80659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Email + Call effectiveness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F50F7F7B-ED60-5E7A-BBF9-A50FDBEEA81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924E71A-41A9-A4D7-ADB8-C33B3FD7D292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3"/>
          <a:stretch>
            <a:fillRect/>
          </a:stretch>
        </p:blipFill>
        <p:spPr>
          <a:xfrm>
            <a:off x="2444578" y="1321662"/>
            <a:ext cx="7302844" cy="5536338"/>
          </a:xfrm>
        </p:spPr>
      </p:pic>
    </p:spTree>
    <p:extLst>
      <p:ext uri="{BB962C8B-B14F-4D97-AF65-F5344CB8AC3E}">
        <p14:creationId xmlns:p14="http://schemas.microsoft.com/office/powerpoint/2010/main" val="4006404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74A5F-E942-4C31-F7D2-9522A4092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842DDEC5-EE90-55E1-BC3B-CE53E21183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62E4CA-ED5C-EBDD-9B07-0D2B384D6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088" y="873018"/>
            <a:ext cx="7592574" cy="576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264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CCB0C-3C01-5C52-CFC8-B85309F4E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662AC2D-5BF7-0C0A-7892-F7D2F3EB9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/>
          <a:lstStyle/>
          <a:p>
            <a:r>
              <a:rPr lang="en-US" dirty="0"/>
              <a:t>Revenue Per Customer</a:t>
            </a:r>
          </a:p>
        </p:txBody>
      </p:sp>
      <p:graphicFrame>
        <p:nvGraphicFramePr>
          <p:cNvPr id="13" name="Table Placeholder 2">
            <a:extLst>
              <a:ext uri="{FF2B5EF4-FFF2-40B4-BE49-F238E27FC236}">
                <a16:creationId xmlns:a16="http://schemas.microsoft.com/office/drawing/2014/main" id="{C8D28F47-2A23-BBB2-9F15-74FCAAAA6309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767498695"/>
              </p:ext>
            </p:extLst>
          </p:nvPr>
        </p:nvGraphicFramePr>
        <p:xfrm>
          <a:off x="1965584" y="2096627"/>
          <a:ext cx="8260832" cy="232887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4339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450892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375942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</a:tblGrid>
              <a:tr h="733347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Sales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Total Rev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Revenue / Customer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$236,445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$47.65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Email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$724,313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$97.01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Email +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$472,731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$183.80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</a:tbl>
          </a:graphicData>
        </a:graphic>
      </p:graphicFrame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E46CD01-0013-C08E-71FF-A50B1A8A0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77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2D19F-BE3C-E65A-A1A7-72862D8AE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17A56-4048-D8DB-0A45-AC5C3EE2A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E865F2-BD96-F6E5-8477-7B4437AC0AE6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dirty="0"/>
              <a:t>Email: Continue to send an initial email!</a:t>
            </a:r>
          </a:p>
          <a:p>
            <a:pPr marL="342900" indent="-342900">
              <a:buAutoNum type="arabicPeriod"/>
            </a:pPr>
            <a:r>
              <a:rPr lang="en-US" dirty="0"/>
              <a:t>Call: Stop making cold calls </a:t>
            </a:r>
            <a:r>
              <a:rPr lang="en-US" sz="1400" dirty="0"/>
              <a:t>(30 min avg)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dirty="0"/>
              <a:t>Email + Call: Focus time and effort here! </a:t>
            </a:r>
            <a:r>
              <a:rPr lang="en-US" sz="1400" dirty="0"/>
              <a:t>(10 min avg)</a:t>
            </a:r>
          </a:p>
          <a:p>
            <a:pPr marL="626364" lvl="1" indent="-342900">
              <a:buAutoNum type="arabicPeriod"/>
            </a:pPr>
            <a:r>
              <a:rPr lang="en-US" dirty="0"/>
              <a:t>Strong correlation coefficient of 0.8</a:t>
            </a:r>
          </a:p>
          <a:p>
            <a:pPr marL="626364" lvl="1" indent="-342900">
              <a:buAutoNum type="arabicPeriod"/>
            </a:pPr>
            <a:r>
              <a:rPr lang="en-US" dirty="0"/>
              <a:t>One-way ANOVA test confirmed they spend more on average</a:t>
            </a:r>
          </a:p>
        </p:txBody>
      </p:sp>
    </p:spTree>
    <p:extLst>
      <p:ext uri="{BB962C8B-B14F-4D97-AF65-F5344CB8AC3E}">
        <p14:creationId xmlns:p14="http://schemas.microsoft.com/office/powerpoint/2010/main" val="3674187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{29795378-7B78-48A5-9E55-89472D89A3D6}TF7521aafa-c748-4c40-a498-ba511be234dc5b1b6097_win32-5039330bb2f3</Template>
  <TotalTime>313</TotalTime>
  <Words>232</Words>
  <Application>Microsoft Office PowerPoint</Application>
  <PresentationFormat>Widescreen</PresentationFormat>
  <Paragraphs>71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Tenorite</vt:lpstr>
      <vt:lpstr>Custom</vt:lpstr>
      <vt:lpstr>Sales Strategy Pens and printers</vt:lpstr>
      <vt:lpstr>Overview</vt:lpstr>
      <vt:lpstr>Investigating the data</vt:lpstr>
      <vt:lpstr>Revenue Spread</vt:lpstr>
      <vt:lpstr>Metrics</vt:lpstr>
      <vt:lpstr>Email + Call effectiveness</vt:lpstr>
      <vt:lpstr>PowerPoint Presentation</vt:lpstr>
      <vt:lpstr>Revenue Per Customer</vt:lpstr>
      <vt:lpstr>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Cree Smithers</dc:creator>
  <cp:lastModifiedBy>Cree Smithers</cp:lastModifiedBy>
  <cp:revision>1</cp:revision>
  <dcterms:created xsi:type="dcterms:W3CDTF">2026-01-03T21:05:22Z</dcterms:created>
  <dcterms:modified xsi:type="dcterms:W3CDTF">2026-01-19T21:07:27Z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